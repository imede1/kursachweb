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exandria Semi 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537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924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37279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Разработка веб-портала группы бРПО-251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123134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Инновационное решение для управления учебным процессом и коммуникации внутри студенческого сообщества. Построен на базе современного стека Node.js, MySQL и SPA архитектуры.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8087"/>
            <a:ext cx="971216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Проблема: Информационный хаос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20622"/>
            <a:ext cx="765679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Студенты часто сталкиваются с потерей важных данных в бесконечных чатах мессенджеров. Найти актуальное расписание или домашнее задание становится настоящим испытанием.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355658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Разобщенность информации в разных каналах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778091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Отсутствие единого файлового хранилища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200525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Сложность отслеживания дедлайнов в потоке сообщений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357" y="2169438"/>
            <a:ext cx="4928235" cy="4928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67639"/>
            <a:ext cx="812613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Решение: Единая экосистема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213616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Я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17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создал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Dashboard-портал, который агрегирует все необходимые инструменты в одном окне. Это больше, чем просто сайт — это персональный помощник студента.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09" y="4150757"/>
            <a:ext cx="541615" cy="541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0673" y="4279344"/>
            <a:ext cx="337839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Динамическое расписание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70673" y="4765477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Автоматический расчет четности недель и фильтрация пар на текущий день.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4707" y="4150757"/>
            <a:ext cx="541615" cy="5416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7240" y="427697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Личные задачи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307240" y="4763107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Интегрированный ToDo-менеджер для контроля домашних заданий и проектов.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1329" y="4150757"/>
            <a:ext cx="541615" cy="5416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93693" y="4279344"/>
            <a:ext cx="30260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Общий чат и новости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493693" y="4765477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Пространство для мгновенного обмена информацией и важных объявлений старосты.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64719"/>
            <a:ext cx="618208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Технологический стек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1069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Выбор технологий обусловлен требованиями к производительности, надежности и скорости разработки.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301127"/>
            <a:ext cx="4226838" cy="3363754"/>
          </a:xfrm>
          <a:prstGeom prst="roundRect">
            <a:avLst>
              <a:gd name="adj" fmla="val 2705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8789" y="3331607"/>
            <a:ext cx="4165878" cy="649962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267" y="3490198"/>
            <a:ext cx="324922" cy="3249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364" y="41981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Backend: Node.js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364" y="4684276"/>
            <a:ext cx="373272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Среда выполнения и фреймворк Express для создания быстрого и масштабируемого серверного приложения.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201722" y="3301127"/>
            <a:ext cx="4226838" cy="3363754"/>
          </a:xfrm>
          <a:prstGeom prst="roundRect">
            <a:avLst>
              <a:gd name="adj" fmla="val 2705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2202" y="3331607"/>
            <a:ext cx="4165878" cy="649962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2680" y="3490198"/>
            <a:ext cx="324922" cy="3249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8776" y="419814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Database: MySQL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8776" y="4684276"/>
            <a:ext cx="373272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Реляционная СУБД для обеспечения целостности данных и надежного хранения структуры группы.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9645134" y="3301127"/>
            <a:ext cx="4226957" cy="3363754"/>
          </a:xfrm>
          <a:prstGeom prst="roundRect">
            <a:avLst>
              <a:gd name="adj" fmla="val 2705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75614" y="3331607"/>
            <a:ext cx="4165997" cy="649962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6092" y="3490198"/>
            <a:ext cx="324922" cy="3249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92189" y="4198144"/>
            <a:ext cx="287178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Frontend: Vanilla JS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92189" y="4684276"/>
            <a:ext cx="3732848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Чистый JavaScript и современный CSS3 для обеспечения максимальной скорости загрузки без лишних зависимостей.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915" y="363736"/>
            <a:ext cx="3481268" cy="435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Архитектура SPA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609465" y="460867"/>
            <a:ext cx="13704570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Single Page Application обеспечивает плавность работы интерфейса, сравнимую с нативными приложениями.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590" y="641217"/>
            <a:ext cx="8731349" cy="67366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96430" y="3878548"/>
            <a:ext cx="1685638" cy="81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Архитектура SPA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043289" y="5812352"/>
            <a:ext cx="2507685" cy="4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Сервер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043289" y="6327765"/>
            <a:ext cx="2507685" cy="61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Node.js / Express обрабатывает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2249335" y="3472770"/>
            <a:ext cx="2562503" cy="8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Обновление интерфейса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261844" y="3964393"/>
            <a:ext cx="2562503" cy="61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UI меняется без перезагрузки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258977" y="5786400"/>
            <a:ext cx="2507686" cy="4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База данных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58977" y="6301813"/>
            <a:ext cx="2507686" cy="61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Запросы к MySQL и ответы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965991" y="3459080"/>
            <a:ext cx="2562503" cy="4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REST API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65991" y="3974492"/>
            <a:ext cx="2562503" cy="61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Отправка/приём JSON запросов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103073" y="1181462"/>
            <a:ext cx="2576206" cy="405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Клиент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103073" y="1696875"/>
            <a:ext cx="2576206" cy="616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Vanilla JS обновляет UI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16840" y="7566201"/>
            <a:ext cx="14342110" cy="561856"/>
          </a:xfrm>
          <a:prstGeom prst="roundRect">
            <a:avLst>
              <a:gd name="adj" fmla="val 9889"/>
            </a:avLst>
          </a:prstGeom>
          <a:solidFill>
            <a:srgbClr val="C0CAF2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243" y="7780990"/>
            <a:ext cx="165259" cy="13227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724953" y="7729474"/>
            <a:ext cx="9539947" cy="305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Данные сохраняются в реальном времени. Даже при случайной перезагрузке страницы состояние интерфейса восстанавливается мгновенно через API-запросы.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95488"/>
            <a:ext cx="718387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Структура данных MySQL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4146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Грамотное проектирование базы данных — залог стабильной работы портала. Мы выделили 4 ключевых сущности.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731895"/>
            <a:ext cx="13113782" cy="2502218"/>
          </a:xfrm>
          <a:prstGeom prst="roundRect">
            <a:avLst>
              <a:gd name="adj" fmla="val 36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739515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2623" y="3877032"/>
            <a:ext cx="349257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15972" y="3877032"/>
            <a:ext cx="873192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Хранение профилей студентов, паролей (хэши) и прав доступа.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5929" y="4361259"/>
            <a:ext cx="13098542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2623" y="4498777"/>
            <a:ext cx="349257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Schedule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15972" y="4498777"/>
            <a:ext cx="873192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Массив данных по парам, кабинетам и именам преподавателей.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5929" y="4983004"/>
            <a:ext cx="13098542" cy="621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2623" y="5120521"/>
            <a:ext cx="349257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Tasks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5972" y="5120521"/>
            <a:ext cx="873192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Задачи пользователей с привязкой к дедлайнам и статусу выполнения.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5929" y="5604748"/>
            <a:ext cx="13098542" cy="6217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2623" y="5742265"/>
            <a:ext cx="349257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15972" y="5742265"/>
            <a:ext cx="873192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История сообщений с метками времени и ID отправителей.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825" y="544354"/>
            <a:ext cx="5209580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Умное расписание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92825" y="1690449"/>
            <a:ext cx="435018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Алгоритм числителя/знаменателя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92825" y="2213967"/>
            <a:ext cx="6380917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Студентам больше не нужно запоминать текущую неделю. JS-алгоритм автоматически рассчитывает тип недели, отталкиваясь от 1 сентября.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2825" y="3342203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Авто-определение четности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2825" y="3728085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Подсветка текущей пары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2825" y="4113967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Интерактивные карты кабинетов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279" y="1715214"/>
            <a:ext cx="6380917" cy="6380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37410"/>
            <a:ext cx="869561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Личный кабинет и Органайзер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28338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Центр управления персональной продуктивностью студента.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873818"/>
            <a:ext cx="13113782" cy="1627942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929" y="3881438"/>
            <a:ext cx="6549271" cy="1612702"/>
          </a:xfrm>
          <a:prstGeom prst="roundRect">
            <a:avLst>
              <a:gd name="adj" fmla="val 5643"/>
            </a:avLst>
          </a:prstGeom>
          <a:solidFill>
            <a:srgbClr val="D5DCF6"/>
          </a:solidFill>
          <a:ln/>
        </p:spPr>
      </p:sp>
      <p:sp>
        <p:nvSpPr>
          <p:cNvPr id="6" name="Text 4"/>
          <p:cNvSpPr/>
          <p:nvPr/>
        </p:nvSpPr>
        <p:spPr>
          <a:xfrm>
            <a:off x="982504" y="40980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ToDo List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2504" y="4584144"/>
            <a:ext cx="57910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Создание, редактирование и удаление учебных задач в один клик.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3881438"/>
            <a:ext cx="6549271" cy="1612702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3881438"/>
            <a:ext cx="30480" cy="1612702"/>
          </a:xfrm>
          <a:prstGeom prst="roundRect">
            <a:avLst>
              <a:gd name="adj" fmla="val 298550"/>
            </a:avLst>
          </a:prstGeom>
          <a:solidFill>
            <a:srgbClr val="BBC2DC"/>
          </a:solidFill>
          <a:ln/>
        </p:spPr>
      </p:sp>
      <p:sp>
        <p:nvSpPr>
          <p:cNvPr id="10" name="Text 8"/>
          <p:cNvSpPr/>
          <p:nvPr/>
        </p:nvSpPr>
        <p:spPr>
          <a:xfrm>
            <a:off x="7856815" y="40980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Real-time Sync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56815" y="4584144"/>
            <a:ext cx="579108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Все изменения синхронизируются с базой данных мгновенно.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044452" y="4416921"/>
            <a:ext cx="541615" cy="541615"/>
          </a:xfrm>
          <a:prstGeom prst="roundRect">
            <a:avLst>
              <a:gd name="adj" fmla="val 16801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9826" y="4552295"/>
            <a:ext cx="270748" cy="2707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309" y="574548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Система автоматически напоминает о приближающихся дедлайнах, выделяя критические задачи цветом.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4822" y="729020"/>
            <a:ext cx="5975033" cy="66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Безопасность и Доступ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194822" y="1698427"/>
            <a:ext cx="772715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Мы уделяем особое внимание защите персональных данных и стабильности системы.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94822" y="2573774"/>
            <a:ext cx="3762375" cy="2524125"/>
          </a:xfrm>
          <a:prstGeom prst="roundRect">
            <a:avLst>
              <a:gd name="adj" fmla="val 43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71962" y="2573774"/>
            <a:ext cx="91440" cy="2524125"/>
          </a:xfrm>
          <a:prstGeom prst="roundRect">
            <a:avLst>
              <a:gd name="adj" fmla="val 92974"/>
            </a:avLst>
          </a:prstGeom>
          <a:solidFill>
            <a:srgbClr val="1A2D7A"/>
          </a:solidFill>
          <a:ln/>
        </p:spPr>
      </p:sp>
      <p:sp>
        <p:nvSpPr>
          <p:cNvPr id="7" name="Text 4"/>
          <p:cNvSpPr/>
          <p:nvPr/>
        </p:nvSpPr>
        <p:spPr>
          <a:xfrm>
            <a:off x="6488668" y="2799040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Авторизация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488668" y="3253383"/>
            <a:ext cx="324326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Защищенный вход в систему с использованием JWT-токенов или сессий.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159603" y="2573774"/>
            <a:ext cx="3762375" cy="2524125"/>
          </a:xfrm>
          <a:prstGeom prst="roundRect">
            <a:avLst>
              <a:gd name="adj" fmla="val 434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136743" y="2573774"/>
            <a:ext cx="91440" cy="2524125"/>
          </a:xfrm>
          <a:prstGeom prst="roundRect">
            <a:avLst>
              <a:gd name="adj" fmla="val 92974"/>
            </a:avLst>
          </a:prstGeom>
          <a:solidFill>
            <a:srgbClr val="1A2D7A"/>
          </a:solidFill>
          <a:ln/>
        </p:spPr>
      </p:sp>
      <p:sp>
        <p:nvSpPr>
          <p:cNvPr id="11" name="Text 8"/>
          <p:cNvSpPr/>
          <p:nvPr/>
        </p:nvSpPr>
        <p:spPr>
          <a:xfrm>
            <a:off x="10453449" y="2799040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Protection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10453449" y="3253383"/>
            <a:ext cx="3243263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Использование подготовленных выражений (Prepared Statements) для полной защиты от SQL-инъекций.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4822" y="5300305"/>
            <a:ext cx="3762375" cy="2200275"/>
          </a:xfrm>
          <a:prstGeom prst="roundRect">
            <a:avLst>
              <a:gd name="adj" fmla="val 4987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71962" y="5300305"/>
            <a:ext cx="91440" cy="2200275"/>
          </a:xfrm>
          <a:prstGeom prst="roundRect">
            <a:avLst>
              <a:gd name="adj" fmla="val 92974"/>
            </a:avLst>
          </a:prstGeom>
          <a:solidFill>
            <a:srgbClr val="1A2D7A"/>
          </a:solidFill>
          <a:ln/>
        </p:spPr>
      </p:sp>
      <p:sp>
        <p:nvSpPr>
          <p:cNvPr id="15" name="Text 12"/>
          <p:cNvSpPr/>
          <p:nvPr/>
        </p:nvSpPr>
        <p:spPr>
          <a:xfrm>
            <a:off x="6488668" y="5525572"/>
            <a:ext cx="2663309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Приватность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488668" y="5979914"/>
            <a:ext cx="3243263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Строгое разграничение прав доступа: никто не может просматривать или изменять ваши личные задачи.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71882"/>
            <a:ext cx="633162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Итог: Готовый продукт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1917859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Веб-портал группы бРПО-251 успешно решает задачу централизации учебного процесса, делая жизнь студента проще и организованнее.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2963228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100%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543651" y="39488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Доступность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4434959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Доступ к информации 24/7 с любого устройства.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50574" y="2963228"/>
            <a:ext cx="642151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235916" y="394882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Потерянных задач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0574" y="4434959"/>
            <a:ext cx="64215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Вся информация надежно структурирована в БД.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8309" y="5133610"/>
            <a:ext cx="13113782" cy="34647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58309" y="5493068"/>
            <a:ext cx="5310307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Система готова к эксплуатации!</a:t>
            </a:r>
            <a:endParaRPr lang="en-US" sz="26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283" y="6385322"/>
            <a:ext cx="1598414" cy="866537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933" y="6385322"/>
            <a:ext cx="1598414" cy="866537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7583" y="6385322"/>
            <a:ext cx="1598414" cy="8665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525</Words>
  <Application>Microsoft Office PowerPoint</Application>
  <PresentationFormat>Произвольный</PresentationFormat>
  <Paragraphs>87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Alexandria Semi Bold</vt:lpstr>
      <vt:lpstr>Arial</vt:lpstr>
      <vt:lpstr>Sora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артём пашков</dc:creator>
  <cp:lastModifiedBy>артём пашков</cp:lastModifiedBy>
  <cp:revision>2</cp:revision>
  <dcterms:created xsi:type="dcterms:W3CDTF">2025-12-23T22:10:59Z</dcterms:created>
  <dcterms:modified xsi:type="dcterms:W3CDTF">2025-12-23T22:19:21Z</dcterms:modified>
</cp:coreProperties>
</file>